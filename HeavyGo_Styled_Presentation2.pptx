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A9566-AA86-30F9-194F-0A1A3654583F}" v="110" dt="2024-12-24T19:54:39.609"/>
    <p1510:client id="{E8AD9197-24A6-A866-BA46-6203E24015CE}" v="1" dt="2024-12-24T20:15:02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571108-FF83-49BE-A607-D7A3C33C4B9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AE21AD0F-992F-40F7-B0A3-896C4AA635F4}">
      <dgm:prSet/>
      <dgm:spPr/>
      <dgm:t>
        <a:bodyPr/>
        <a:lstStyle/>
        <a:p>
          <a:pPr rtl="0">
            <a:defRPr cap="all"/>
          </a:pPr>
          <a:r>
            <a:rPr lang="en-US" b="0" i="0" dirty="0">
              <a:latin typeface="Century Gothic" panose="020B0502020202020204"/>
            </a:rPr>
            <a:t> </a:t>
          </a:r>
          <a:r>
            <a:rPr lang="en-US" b="0" i="0" dirty="0"/>
            <a:t>Framework: ASP.NET Core 9 Web API</a:t>
          </a:r>
          <a:endParaRPr lang="en-US" dirty="0"/>
        </a:p>
      </dgm:t>
    </dgm:pt>
    <dgm:pt modelId="{6E444A84-D0FA-475A-A7E5-DC0DA9B541D1}" type="parTrans" cxnId="{31498A64-D963-4608-AED6-19A17D072CDB}">
      <dgm:prSet/>
      <dgm:spPr/>
      <dgm:t>
        <a:bodyPr/>
        <a:lstStyle/>
        <a:p>
          <a:endParaRPr lang="en-US"/>
        </a:p>
      </dgm:t>
    </dgm:pt>
    <dgm:pt modelId="{1AF297FA-D311-48AF-9E6D-5DC6849CFCAF}" type="sibTrans" cxnId="{31498A64-D963-4608-AED6-19A17D072CDB}">
      <dgm:prSet/>
      <dgm:spPr/>
      <dgm:t>
        <a:bodyPr/>
        <a:lstStyle/>
        <a:p>
          <a:endParaRPr lang="en-US"/>
        </a:p>
      </dgm:t>
    </dgm:pt>
    <dgm:pt modelId="{945E5902-3BFC-433A-9CD0-FF7A152243E5}">
      <dgm:prSet/>
      <dgm:spPr/>
      <dgm:t>
        <a:bodyPr/>
        <a:lstStyle/>
        <a:p>
          <a:pPr rtl="0">
            <a:defRPr cap="all"/>
          </a:pPr>
          <a:r>
            <a:rPr lang="en-US" b="0" i="0" dirty="0">
              <a:latin typeface="Century Gothic" panose="020B0502020202020204"/>
            </a:rPr>
            <a:t> </a:t>
          </a:r>
          <a:r>
            <a:rPr lang="en-US" b="0" i="0" dirty="0"/>
            <a:t>Database: SQL Server</a:t>
          </a:r>
          <a:endParaRPr lang="en-US" dirty="0"/>
        </a:p>
      </dgm:t>
    </dgm:pt>
    <dgm:pt modelId="{76516CC0-00F7-43B4-99AE-AB02C68B99E9}" type="parTrans" cxnId="{1FF828CF-FEDF-418E-AF43-115BF9D450B9}">
      <dgm:prSet/>
      <dgm:spPr/>
      <dgm:t>
        <a:bodyPr/>
        <a:lstStyle/>
        <a:p>
          <a:endParaRPr lang="en-US"/>
        </a:p>
      </dgm:t>
    </dgm:pt>
    <dgm:pt modelId="{EE7299A8-5BB8-48BB-A3CB-343FE8A37875}" type="sibTrans" cxnId="{1FF828CF-FEDF-418E-AF43-115BF9D450B9}">
      <dgm:prSet/>
      <dgm:spPr/>
      <dgm:t>
        <a:bodyPr/>
        <a:lstStyle/>
        <a:p>
          <a:endParaRPr lang="en-US"/>
        </a:p>
      </dgm:t>
    </dgm:pt>
    <dgm:pt modelId="{D3C16D1B-2FDC-4046-A820-665C39EA6075}">
      <dgm:prSet/>
      <dgm:spPr/>
      <dgm:t>
        <a:bodyPr/>
        <a:lstStyle/>
        <a:p>
          <a:pPr>
            <a:defRPr cap="all"/>
          </a:pPr>
          <a:r>
            <a:rPr lang="en-US" b="0" i="0" dirty="0"/>
            <a:t> Authentication: Role-based access using ASP.NET Identity</a:t>
          </a:r>
          <a:endParaRPr lang="en-US" dirty="0"/>
        </a:p>
      </dgm:t>
    </dgm:pt>
    <dgm:pt modelId="{FF00692C-7282-4FDE-9E91-C6A42A73116C}" type="parTrans" cxnId="{242D3425-16C3-4AE9-BD5A-2001CDA48B3B}">
      <dgm:prSet/>
      <dgm:spPr/>
      <dgm:t>
        <a:bodyPr/>
        <a:lstStyle/>
        <a:p>
          <a:endParaRPr lang="en-US"/>
        </a:p>
      </dgm:t>
    </dgm:pt>
    <dgm:pt modelId="{D9AD43B0-1DD5-424B-A47A-6EFF0BC2F965}" type="sibTrans" cxnId="{242D3425-16C3-4AE9-BD5A-2001CDA48B3B}">
      <dgm:prSet/>
      <dgm:spPr/>
      <dgm:t>
        <a:bodyPr/>
        <a:lstStyle/>
        <a:p>
          <a:endParaRPr lang="en-US"/>
        </a:p>
      </dgm:t>
    </dgm:pt>
    <dgm:pt modelId="{496114F2-6DCD-421E-8B02-2E782B798BEC}" type="pres">
      <dgm:prSet presAssocID="{C7571108-FF83-49BE-A607-D7A3C33C4B95}" presName="root" presStyleCnt="0">
        <dgm:presLayoutVars>
          <dgm:dir/>
          <dgm:resizeHandles val="exact"/>
        </dgm:presLayoutVars>
      </dgm:prSet>
      <dgm:spPr/>
    </dgm:pt>
    <dgm:pt modelId="{68970AE4-2410-4F5C-A7C3-19FAECC2A41E}" type="pres">
      <dgm:prSet presAssocID="{AE21AD0F-992F-40F7-B0A3-896C4AA635F4}" presName="compNode" presStyleCnt="0"/>
      <dgm:spPr/>
    </dgm:pt>
    <dgm:pt modelId="{80F1AE41-82D2-4989-A8FB-4AF4A463365D}" type="pres">
      <dgm:prSet presAssocID="{AE21AD0F-992F-40F7-B0A3-896C4AA635F4}" presName="iconBgRect" presStyleLbl="bgShp" presStyleIdx="0" presStyleCnt="3"/>
      <dgm:spPr/>
    </dgm:pt>
    <dgm:pt modelId="{29BD92C8-A81B-4C4F-A28F-1F727752FEFF}" type="pres">
      <dgm:prSet presAssocID="{AE21AD0F-992F-40F7-B0A3-896C4AA635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ternal XAML"/>
        </a:ext>
      </dgm:extLst>
    </dgm:pt>
    <dgm:pt modelId="{5EE9B175-B131-4042-B834-47398A3E1A9D}" type="pres">
      <dgm:prSet presAssocID="{AE21AD0F-992F-40F7-B0A3-896C4AA635F4}" presName="spaceRect" presStyleCnt="0"/>
      <dgm:spPr/>
    </dgm:pt>
    <dgm:pt modelId="{4F580FA1-3143-44D7-BDF8-38E7208BF666}" type="pres">
      <dgm:prSet presAssocID="{AE21AD0F-992F-40F7-B0A3-896C4AA635F4}" presName="textRect" presStyleLbl="revTx" presStyleIdx="0" presStyleCnt="3">
        <dgm:presLayoutVars>
          <dgm:chMax val="1"/>
          <dgm:chPref val="1"/>
        </dgm:presLayoutVars>
      </dgm:prSet>
      <dgm:spPr/>
    </dgm:pt>
    <dgm:pt modelId="{98EBE8BE-F834-4D1E-8491-DC96AD62306A}" type="pres">
      <dgm:prSet presAssocID="{1AF297FA-D311-48AF-9E6D-5DC6849CFCAF}" presName="sibTrans" presStyleCnt="0"/>
      <dgm:spPr/>
    </dgm:pt>
    <dgm:pt modelId="{0D063980-C390-4AA3-80C0-1E08E8FC9557}" type="pres">
      <dgm:prSet presAssocID="{945E5902-3BFC-433A-9CD0-FF7A152243E5}" presName="compNode" presStyleCnt="0"/>
      <dgm:spPr/>
    </dgm:pt>
    <dgm:pt modelId="{9E54CFC9-8082-4E04-A8A7-57C45F8B1753}" type="pres">
      <dgm:prSet presAssocID="{945E5902-3BFC-433A-9CD0-FF7A152243E5}" presName="iconBgRect" presStyleLbl="bgShp" presStyleIdx="1" presStyleCnt="3"/>
      <dgm:spPr/>
    </dgm:pt>
    <dgm:pt modelId="{5AA16B6E-7B73-47CB-B155-7B5023CE7C7D}" type="pres">
      <dgm:prSet presAssocID="{945E5902-3BFC-433A-9CD0-FF7A152243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3907F1-D660-4040-B400-23E45F3BF863}" type="pres">
      <dgm:prSet presAssocID="{945E5902-3BFC-433A-9CD0-FF7A152243E5}" presName="spaceRect" presStyleCnt="0"/>
      <dgm:spPr/>
    </dgm:pt>
    <dgm:pt modelId="{DF3D27E9-3B12-412C-9D2B-A121B8371ED9}" type="pres">
      <dgm:prSet presAssocID="{945E5902-3BFC-433A-9CD0-FF7A152243E5}" presName="textRect" presStyleLbl="revTx" presStyleIdx="1" presStyleCnt="3">
        <dgm:presLayoutVars>
          <dgm:chMax val="1"/>
          <dgm:chPref val="1"/>
        </dgm:presLayoutVars>
      </dgm:prSet>
      <dgm:spPr/>
    </dgm:pt>
    <dgm:pt modelId="{CEE263CC-AEB8-4534-AA82-BDB5FC5E0104}" type="pres">
      <dgm:prSet presAssocID="{EE7299A8-5BB8-48BB-A3CB-343FE8A37875}" presName="sibTrans" presStyleCnt="0"/>
      <dgm:spPr/>
    </dgm:pt>
    <dgm:pt modelId="{BE2695D8-C31F-4A2A-A973-91640E84225C}" type="pres">
      <dgm:prSet presAssocID="{D3C16D1B-2FDC-4046-A820-665C39EA6075}" presName="compNode" presStyleCnt="0"/>
      <dgm:spPr/>
    </dgm:pt>
    <dgm:pt modelId="{DABE65D8-4796-4DD8-BDCA-FD164D63FF00}" type="pres">
      <dgm:prSet presAssocID="{D3C16D1B-2FDC-4046-A820-665C39EA6075}" presName="iconBgRect" presStyleLbl="bgShp" presStyleIdx="2" presStyleCnt="3"/>
      <dgm:spPr/>
    </dgm:pt>
    <dgm:pt modelId="{7266E1AB-8F95-4C30-BB60-04AD5B7AE380}" type="pres">
      <dgm:prSet presAssocID="{D3C16D1B-2FDC-4046-A820-665C39EA60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AF650CE8-0A36-482C-B795-D931F585176D}" type="pres">
      <dgm:prSet presAssocID="{D3C16D1B-2FDC-4046-A820-665C39EA6075}" presName="spaceRect" presStyleCnt="0"/>
      <dgm:spPr/>
    </dgm:pt>
    <dgm:pt modelId="{7F89A85E-0D00-4A31-8697-26F188A3D640}" type="pres">
      <dgm:prSet presAssocID="{D3C16D1B-2FDC-4046-A820-665C39EA607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2D3425-16C3-4AE9-BD5A-2001CDA48B3B}" srcId="{C7571108-FF83-49BE-A607-D7A3C33C4B95}" destId="{D3C16D1B-2FDC-4046-A820-665C39EA6075}" srcOrd="2" destOrd="0" parTransId="{FF00692C-7282-4FDE-9E91-C6A42A73116C}" sibTransId="{D9AD43B0-1DD5-424B-A47A-6EFF0BC2F965}"/>
    <dgm:cxn modelId="{BF4B2935-4D1A-4E26-A164-2DEAC75A2A28}" type="presOf" srcId="{D3C16D1B-2FDC-4046-A820-665C39EA6075}" destId="{7F89A85E-0D00-4A31-8697-26F188A3D640}" srcOrd="0" destOrd="0" presId="urn:microsoft.com/office/officeart/2018/5/layout/IconCircleLabelList"/>
    <dgm:cxn modelId="{F71AD935-A73F-4C6D-A3FE-17F8CD2A6395}" type="presOf" srcId="{945E5902-3BFC-433A-9CD0-FF7A152243E5}" destId="{DF3D27E9-3B12-412C-9D2B-A121B8371ED9}" srcOrd="0" destOrd="0" presId="urn:microsoft.com/office/officeart/2018/5/layout/IconCircleLabelList"/>
    <dgm:cxn modelId="{31498A64-D963-4608-AED6-19A17D072CDB}" srcId="{C7571108-FF83-49BE-A607-D7A3C33C4B95}" destId="{AE21AD0F-992F-40F7-B0A3-896C4AA635F4}" srcOrd="0" destOrd="0" parTransId="{6E444A84-D0FA-475A-A7E5-DC0DA9B541D1}" sibTransId="{1AF297FA-D311-48AF-9E6D-5DC6849CFCAF}"/>
    <dgm:cxn modelId="{DBE71753-E3F0-44E5-9E7E-DE925C9E7EBE}" type="presOf" srcId="{C7571108-FF83-49BE-A607-D7A3C33C4B95}" destId="{496114F2-6DCD-421E-8B02-2E782B798BEC}" srcOrd="0" destOrd="0" presId="urn:microsoft.com/office/officeart/2018/5/layout/IconCircleLabelList"/>
    <dgm:cxn modelId="{187B4775-39CE-4100-BC17-E6B458103828}" type="presOf" srcId="{AE21AD0F-992F-40F7-B0A3-896C4AA635F4}" destId="{4F580FA1-3143-44D7-BDF8-38E7208BF666}" srcOrd="0" destOrd="0" presId="urn:microsoft.com/office/officeart/2018/5/layout/IconCircleLabelList"/>
    <dgm:cxn modelId="{1FF828CF-FEDF-418E-AF43-115BF9D450B9}" srcId="{C7571108-FF83-49BE-A607-D7A3C33C4B95}" destId="{945E5902-3BFC-433A-9CD0-FF7A152243E5}" srcOrd="1" destOrd="0" parTransId="{76516CC0-00F7-43B4-99AE-AB02C68B99E9}" sibTransId="{EE7299A8-5BB8-48BB-A3CB-343FE8A37875}"/>
    <dgm:cxn modelId="{7EDA3751-AE97-4CE4-976E-7D1CA4C4DA41}" type="presParOf" srcId="{496114F2-6DCD-421E-8B02-2E782B798BEC}" destId="{68970AE4-2410-4F5C-A7C3-19FAECC2A41E}" srcOrd="0" destOrd="0" presId="urn:microsoft.com/office/officeart/2018/5/layout/IconCircleLabelList"/>
    <dgm:cxn modelId="{D89F435C-CE60-4435-9769-6D36AA6CAFA2}" type="presParOf" srcId="{68970AE4-2410-4F5C-A7C3-19FAECC2A41E}" destId="{80F1AE41-82D2-4989-A8FB-4AF4A463365D}" srcOrd="0" destOrd="0" presId="urn:microsoft.com/office/officeart/2018/5/layout/IconCircleLabelList"/>
    <dgm:cxn modelId="{3B8ED107-55D4-41AD-A019-9CBFCFA87663}" type="presParOf" srcId="{68970AE4-2410-4F5C-A7C3-19FAECC2A41E}" destId="{29BD92C8-A81B-4C4F-A28F-1F727752FEFF}" srcOrd="1" destOrd="0" presId="urn:microsoft.com/office/officeart/2018/5/layout/IconCircleLabelList"/>
    <dgm:cxn modelId="{62127020-A860-4625-9F4E-9A20AAEB7510}" type="presParOf" srcId="{68970AE4-2410-4F5C-A7C3-19FAECC2A41E}" destId="{5EE9B175-B131-4042-B834-47398A3E1A9D}" srcOrd="2" destOrd="0" presId="urn:microsoft.com/office/officeart/2018/5/layout/IconCircleLabelList"/>
    <dgm:cxn modelId="{915163F4-7AA5-423B-8231-7B96FEA9C7C4}" type="presParOf" srcId="{68970AE4-2410-4F5C-A7C3-19FAECC2A41E}" destId="{4F580FA1-3143-44D7-BDF8-38E7208BF666}" srcOrd="3" destOrd="0" presId="urn:microsoft.com/office/officeart/2018/5/layout/IconCircleLabelList"/>
    <dgm:cxn modelId="{E5F3D6E4-5579-414B-90E0-8EC486DA8A21}" type="presParOf" srcId="{496114F2-6DCD-421E-8B02-2E782B798BEC}" destId="{98EBE8BE-F834-4D1E-8491-DC96AD62306A}" srcOrd="1" destOrd="0" presId="urn:microsoft.com/office/officeart/2018/5/layout/IconCircleLabelList"/>
    <dgm:cxn modelId="{4A74716D-7CF0-4A7C-9B5E-C7B668104593}" type="presParOf" srcId="{496114F2-6DCD-421E-8B02-2E782B798BEC}" destId="{0D063980-C390-4AA3-80C0-1E08E8FC9557}" srcOrd="2" destOrd="0" presId="urn:microsoft.com/office/officeart/2018/5/layout/IconCircleLabelList"/>
    <dgm:cxn modelId="{D1E43041-9F62-4538-A84D-43B1065A7FF6}" type="presParOf" srcId="{0D063980-C390-4AA3-80C0-1E08E8FC9557}" destId="{9E54CFC9-8082-4E04-A8A7-57C45F8B1753}" srcOrd="0" destOrd="0" presId="urn:microsoft.com/office/officeart/2018/5/layout/IconCircleLabelList"/>
    <dgm:cxn modelId="{A16A9C2F-0209-44A4-8097-45E880F48781}" type="presParOf" srcId="{0D063980-C390-4AA3-80C0-1E08E8FC9557}" destId="{5AA16B6E-7B73-47CB-B155-7B5023CE7C7D}" srcOrd="1" destOrd="0" presId="urn:microsoft.com/office/officeart/2018/5/layout/IconCircleLabelList"/>
    <dgm:cxn modelId="{EDCC6394-BBD1-4788-92F8-B0147953E31A}" type="presParOf" srcId="{0D063980-C390-4AA3-80C0-1E08E8FC9557}" destId="{433907F1-D660-4040-B400-23E45F3BF863}" srcOrd="2" destOrd="0" presId="urn:microsoft.com/office/officeart/2018/5/layout/IconCircleLabelList"/>
    <dgm:cxn modelId="{2BBDE493-2C3C-47D8-B1EB-8872D9FF01F6}" type="presParOf" srcId="{0D063980-C390-4AA3-80C0-1E08E8FC9557}" destId="{DF3D27E9-3B12-412C-9D2B-A121B8371ED9}" srcOrd="3" destOrd="0" presId="urn:microsoft.com/office/officeart/2018/5/layout/IconCircleLabelList"/>
    <dgm:cxn modelId="{4AC4F9FA-A3FB-4FF3-BA8E-6BC80A5FBC4C}" type="presParOf" srcId="{496114F2-6DCD-421E-8B02-2E782B798BEC}" destId="{CEE263CC-AEB8-4534-AA82-BDB5FC5E0104}" srcOrd="3" destOrd="0" presId="urn:microsoft.com/office/officeart/2018/5/layout/IconCircleLabelList"/>
    <dgm:cxn modelId="{14DAEBAC-94E4-4701-BF9E-FC6AB9EB725E}" type="presParOf" srcId="{496114F2-6DCD-421E-8B02-2E782B798BEC}" destId="{BE2695D8-C31F-4A2A-A973-91640E84225C}" srcOrd="4" destOrd="0" presId="urn:microsoft.com/office/officeart/2018/5/layout/IconCircleLabelList"/>
    <dgm:cxn modelId="{E4AA18BF-C945-4781-BBDC-96E23100C1B6}" type="presParOf" srcId="{BE2695D8-C31F-4A2A-A973-91640E84225C}" destId="{DABE65D8-4796-4DD8-BDCA-FD164D63FF00}" srcOrd="0" destOrd="0" presId="urn:microsoft.com/office/officeart/2018/5/layout/IconCircleLabelList"/>
    <dgm:cxn modelId="{71610D23-D705-4602-9685-3B2C69413D4B}" type="presParOf" srcId="{BE2695D8-C31F-4A2A-A973-91640E84225C}" destId="{7266E1AB-8F95-4C30-BB60-04AD5B7AE380}" srcOrd="1" destOrd="0" presId="urn:microsoft.com/office/officeart/2018/5/layout/IconCircleLabelList"/>
    <dgm:cxn modelId="{889F4DE2-4A39-4D99-892F-181543D63134}" type="presParOf" srcId="{BE2695D8-C31F-4A2A-A973-91640E84225C}" destId="{AF650CE8-0A36-482C-B795-D931F585176D}" srcOrd="2" destOrd="0" presId="urn:microsoft.com/office/officeart/2018/5/layout/IconCircleLabelList"/>
    <dgm:cxn modelId="{9ABF7ACD-2369-4ED0-9B42-A670D75AC5B1}" type="presParOf" srcId="{BE2695D8-C31F-4A2A-A973-91640E84225C}" destId="{7F89A85E-0D00-4A31-8697-26F188A3D6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D45E6E-CC62-4599-B433-E95165A2C40A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308EBF8-54E1-4682-A1B0-C9F172F121BF}">
      <dgm:prSet/>
      <dgm:spPr/>
      <dgm:t>
        <a:bodyPr/>
        <a:lstStyle/>
        <a:p>
          <a:r>
            <a:rPr lang="en-US" b="0" i="0" dirty="0"/>
            <a:t> Team Name: </a:t>
          </a:r>
          <a:r>
            <a:rPr lang="en-US" b="0" i="0" dirty="0" err="1"/>
            <a:t>HeavyGo</a:t>
          </a:r>
          <a:endParaRPr lang="en-US" dirty="0"/>
        </a:p>
      </dgm:t>
    </dgm:pt>
    <dgm:pt modelId="{1AD5C712-6CF5-422A-9C97-BC8FA66D6EB7}" type="parTrans" cxnId="{FA882802-0031-4336-B18C-14801231249D}">
      <dgm:prSet/>
      <dgm:spPr/>
      <dgm:t>
        <a:bodyPr/>
        <a:lstStyle/>
        <a:p>
          <a:endParaRPr lang="en-US"/>
        </a:p>
      </dgm:t>
    </dgm:pt>
    <dgm:pt modelId="{2273FB62-9556-41B0-AB67-4F5EC93E956D}" type="sibTrans" cxnId="{FA882802-0031-4336-B18C-14801231249D}">
      <dgm:prSet/>
      <dgm:spPr/>
      <dgm:t>
        <a:bodyPr/>
        <a:lstStyle/>
        <a:p>
          <a:endParaRPr lang="en-US"/>
        </a:p>
      </dgm:t>
    </dgm:pt>
    <dgm:pt modelId="{6E681636-0F38-4075-A725-4A0BE962FF8D}">
      <dgm:prSet/>
      <dgm:spPr/>
      <dgm:t>
        <a:bodyPr/>
        <a:lstStyle/>
        <a:p>
          <a:pPr rtl="0"/>
          <a:r>
            <a:rPr lang="en-US" b="0" i="0" dirty="0"/>
            <a:t> Team </a:t>
          </a:r>
          <a:r>
            <a:rPr lang="en-US" b="0" i="0" dirty="0" err="1"/>
            <a:t>Leader:Ahmed</a:t>
          </a:r>
          <a:r>
            <a:rPr lang="en-US" b="0" i="0" dirty="0"/>
            <a:t> Fawzy</a:t>
          </a:r>
          <a:endParaRPr lang="en-US" dirty="0"/>
        </a:p>
      </dgm:t>
    </dgm:pt>
    <dgm:pt modelId="{56F20E53-4D89-4595-AA96-CEDC7D74F88A}" type="parTrans" cxnId="{295703C9-3EEA-4ED6-83AD-CAFB560655B9}">
      <dgm:prSet/>
      <dgm:spPr/>
      <dgm:t>
        <a:bodyPr/>
        <a:lstStyle/>
        <a:p>
          <a:endParaRPr lang="en-US"/>
        </a:p>
      </dgm:t>
    </dgm:pt>
    <dgm:pt modelId="{F2D58FBD-6DE2-4395-BC12-ECDF9D971445}" type="sibTrans" cxnId="{295703C9-3EEA-4ED6-83AD-CAFB560655B9}">
      <dgm:prSet/>
      <dgm:spPr/>
      <dgm:t>
        <a:bodyPr/>
        <a:lstStyle/>
        <a:p>
          <a:endParaRPr lang="en-US"/>
        </a:p>
      </dgm:t>
    </dgm:pt>
    <dgm:pt modelId="{CB738B04-9581-49DC-98E6-7944CAB3BCBC}">
      <dgm:prSet/>
      <dgm:spPr/>
      <dgm:t>
        <a:bodyPr/>
        <a:lstStyle/>
        <a:p>
          <a:r>
            <a:rPr lang="en-US" b="0" i="0" dirty="0"/>
            <a:t> Members:</a:t>
          </a:r>
          <a:endParaRPr lang="en-US" dirty="0"/>
        </a:p>
      </dgm:t>
    </dgm:pt>
    <dgm:pt modelId="{82D0CACE-6021-4EEB-ADF5-F69F07E072A4}" type="parTrans" cxnId="{C86304BB-470C-4DA6-A9E0-1E10D657B2D2}">
      <dgm:prSet/>
      <dgm:spPr/>
      <dgm:t>
        <a:bodyPr/>
        <a:lstStyle/>
        <a:p>
          <a:endParaRPr lang="en-US"/>
        </a:p>
      </dgm:t>
    </dgm:pt>
    <dgm:pt modelId="{99B191C2-1135-40D3-AFEC-C93C9385223F}" type="sibTrans" cxnId="{C86304BB-470C-4DA6-A9E0-1E10D657B2D2}">
      <dgm:prSet/>
      <dgm:spPr/>
      <dgm:t>
        <a:bodyPr/>
        <a:lstStyle/>
        <a:p>
          <a:endParaRPr lang="en-US"/>
        </a:p>
      </dgm:t>
    </dgm:pt>
    <dgm:pt modelId="{889CEA85-DF05-4BB5-B144-956F4685D779}">
      <dgm:prSet/>
      <dgm:spPr/>
      <dgm:t>
        <a:bodyPr/>
        <a:lstStyle/>
        <a:p>
          <a:pPr rtl="0"/>
          <a:r>
            <a:rPr lang="en-US" b="0" i="0" dirty="0"/>
            <a:t>Mina Magdy</a:t>
          </a:r>
          <a:endParaRPr lang="en-US" dirty="0"/>
        </a:p>
      </dgm:t>
    </dgm:pt>
    <dgm:pt modelId="{50C6F9A3-CEA8-41D8-A05B-2128B92219B0}" type="parTrans" cxnId="{A0129632-0C03-4F3C-86A5-0F0FD2D0F83D}">
      <dgm:prSet/>
      <dgm:spPr/>
      <dgm:t>
        <a:bodyPr/>
        <a:lstStyle/>
        <a:p>
          <a:endParaRPr lang="en-US"/>
        </a:p>
      </dgm:t>
    </dgm:pt>
    <dgm:pt modelId="{00C7E2EF-3F26-407E-87D6-11745E3FE7AE}" type="sibTrans" cxnId="{A0129632-0C03-4F3C-86A5-0F0FD2D0F83D}">
      <dgm:prSet/>
      <dgm:spPr/>
      <dgm:t>
        <a:bodyPr/>
        <a:lstStyle/>
        <a:p>
          <a:endParaRPr lang="en-US"/>
        </a:p>
      </dgm:t>
    </dgm:pt>
    <dgm:pt modelId="{95F276F7-847E-473E-BAE2-227BACEB31AB}">
      <dgm:prSet/>
      <dgm:spPr/>
      <dgm:t>
        <a:bodyPr/>
        <a:lstStyle/>
        <a:p>
          <a:r>
            <a:rPr lang="en-US" b="0" i="0" dirty="0"/>
            <a:t>Mina Youssef</a:t>
          </a:r>
          <a:endParaRPr lang="en-US" dirty="0"/>
        </a:p>
      </dgm:t>
    </dgm:pt>
    <dgm:pt modelId="{61208585-9BB7-433B-B0E3-CBB4098F6B5B}" type="parTrans" cxnId="{A7645A4B-D85F-4771-BFB8-613ADE46907C}">
      <dgm:prSet/>
      <dgm:spPr/>
      <dgm:t>
        <a:bodyPr/>
        <a:lstStyle/>
        <a:p>
          <a:endParaRPr lang="en-US"/>
        </a:p>
      </dgm:t>
    </dgm:pt>
    <dgm:pt modelId="{7D91469E-245A-4A1D-9942-5AFC6A27D2B1}" type="sibTrans" cxnId="{A7645A4B-D85F-4771-BFB8-613ADE46907C}">
      <dgm:prSet/>
      <dgm:spPr/>
      <dgm:t>
        <a:bodyPr/>
        <a:lstStyle/>
        <a:p>
          <a:endParaRPr lang="en-US"/>
        </a:p>
      </dgm:t>
    </dgm:pt>
    <dgm:pt modelId="{AF14815D-53E2-451D-A8FC-880A689D72C5}">
      <dgm:prSet/>
      <dgm:spPr/>
      <dgm:t>
        <a:bodyPr/>
        <a:lstStyle/>
        <a:p>
          <a:pPr rtl="0"/>
          <a:r>
            <a:rPr lang="en-US" dirty="0" err="1"/>
            <a:t>Marawan</a:t>
          </a:r>
          <a:r>
            <a:rPr lang="en-US"/>
            <a:t> Abbas</a:t>
          </a:r>
          <a:endParaRPr lang="en-US" dirty="0"/>
        </a:p>
      </dgm:t>
    </dgm:pt>
    <dgm:pt modelId="{65892ACB-C2E1-4936-B03D-2B46B8325595}" type="parTrans" cxnId="{0DE0EE1B-FB3C-4F7A-99FF-DAA2E77767A8}">
      <dgm:prSet/>
      <dgm:spPr/>
      <dgm:t>
        <a:bodyPr/>
        <a:lstStyle/>
        <a:p>
          <a:endParaRPr lang="en-US"/>
        </a:p>
      </dgm:t>
    </dgm:pt>
    <dgm:pt modelId="{5B49CED9-2C71-4468-87F2-69E1DFF1A4BA}" type="sibTrans" cxnId="{0DE0EE1B-FB3C-4F7A-99FF-DAA2E77767A8}">
      <dgm:prSet/>
      <dgm:spPr/>
      <dgm:t>
        <a:bodyPr/>
        <a:lstStyle/>
        <a:p>
          <a:endParaRPr lang="en-US"/>
        </a:p>
      </dgm:t>
    </dgm:pt>
    <dgm:pt modelId="{1CDB1A66-C3B0-4F1A-B9FF-F98E130D3779}" type="pres">
      <dgm:prSet presAssocID="{8ED45E6E-CC62-4599-B433-E95165A2C40A}" presName="linear" presStyleCnt="0">
        <dgm:presLayoutVars>
          <dgm:dir/>
          <dgm:animLvl val="lvl"/>
          <dgm:resizeHandles val="exact"/>
        </dgm:presLayoutVars>
      </dgm:prSet>
      <dgm:spPr/>
    </dgm:pt>
    <dgm:pt modelId="{BF106D7E-D1F2-4DD9-8BB5-F23BDB2D86C0}" type="pres">
      <dgm:prSet presAssocID="{6308EBF8-54E1-4682-A1B0-C9F172F121BF}" presName="parentLin" presStyleCnt="0"/>
      <dgm:spPr/>
    </dgm:pt>
    <dgm:pt modelId="{65D3D46E-9409-49C9-BD24-9FC364869BD0}" type="pres">
      <dgm:prSet presAssocID="{6308EBF8-54E1-4682-A1B0-C9F172F121BF}" presName="parentLeftMargin" presStyleLbl="node1" presStyleIdx="0" presStyleCnt="6"/>
      <dgm:spPr/>
    </dgm:pt>
    <dgm:pt modelId="{9927C355-D64A-4C52-9034-EFD7A9BE7EA8}" type="pres">
      <dgm:prSet presAssocID="{6308EBF8-54E1-4682-A1B0-C9F172F121B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314DD8-6BA2-4CB6-8BCF-DB03C2AA61F9}" type="pres">
      <dgm:prSet presAssocID="{6308EBF8-54E1-4682-A1B0-C9F172F121BF}" presName="negativeSpace" presStyleCnt="0"/>
      <dgm:spPr/>
    </dgm:pt>
    <dgm:pt modelId="{532B1BB7-3071-4077-9557-9FF87107B206}" type="pres">
      <dgm:prSet presAssocID="{6308EBF8-54E1-4682-A1B0-C9F172F121BF}" presName="childText" presStyleLbl="conFgAcc1" presStyleIdx="0" presStyleCnt="6">
        <dgm:presLayoutVars>
          <dgm:bulletEnabled val="1"/>
        </dgm:presLayoutVars>
      </dgm:prSet>
      <dgm:spPr/>
    </dgm:pt>
    <dgm:pt modelId="{D047A8B5-0BD6-4773-85F5-AF5893BE8593}" type="pres">
      <dgm:prSet presAssocID="{2273FB62-9556-41B0-AB67-4F5EC93E956D}" presName="spaceBetweenRectangles" presStyleCnt="0"/>
      <dgm:spPr/>
    </dgm:pt>
    <dgm:pt modelId="{0C327E35-DD2C-4F76-8D01-1675A0BE09C2}" type="pres">
      <dgm:prSet presAssocID="{6E681636-0F38-4075-A725-4A0BE962FF8D}" presName="parentLin" presStyleCnt="0"/>
      <dgm:spPr/>
    </dgm:pt>
    <dgm:pt modelId="{12961820-D376-4BA3-BC6B-6D00776B8236}" type="pres">
      <dgm:prSet presAssocID="{6E681636-0F38-4075-A725-4A0BE962FF8D}" presName="parentLeftMargin" presStyleLbl="node1" presStyleIdx="0" presStyleCnt="6"/>
      <dgm:spPr/>
    </dgm:pt>
    <dgm:pt modelId="{155389B1-60C6-4AD2-A897-2E242310E289}" type="pres">
      <dgm:prSet presAssocID="{6E681636-0F38-4075-A725-4A0BE962FF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E06E3C5-C5AB-49E6-B282-86C2D74D209E}" type="pres">
      <dgm:prSet presAssocID="{6E681636-0F38-4075-A725-4A0BE962FF8D}" presName="negativeSpace" presStyleCnt="0"/>
      <dgm:spPr/>
    </dgm:pt>
    <dgm:pt modelId="{CF75C7F9-B03D-4F00-A703-7777917433F9}" type="pres">
      <dgm:prSet presAssocID="{6E681636-0F38-4075-A725-4A0BE962FF8D}" presName="childText" presStyleLbl="conFgAcc1" presStyleIdx="1" presStyleCnt="6">
        <dgm:presLayoutVars>
          <dgm:bulletEnabled val="1"/>
        </dgm:presLayoutVars>
      </dgm:prSet>
      <dgm:spPr/>
    </dgm:pt>
    <dgm:pt modelId="{2F996C8F-02D7-4E08-B57D-A0299EE3D2D5}" type="pres">
      <dgm:prSet presAssocID="{F2D58FBD-6DE2-4395-BC12-ECDF9D971445}" presName="spaceBetweenRectangles" presStyleCnt="0"/>
      <dgm:spPr/>
    </dgm:pt>
    <dgm:pt modelId="{15DAF346-013C-4A62-8F31-709F6AB9CF3F}" type="pres">
      <dgm:prSet presAssocID="{CB738B04-9581-49DC-98E6-7944CAB3BCBC}" presName="parentLin" presStyleCnt="0"/>
      <dgm:spPr/>
    </dgm:pt>
    <dgm:pt modelId="{78D58BC3-46AE-449A-A679-64FF458448E0}" type="pres">
      <dgm:prSet presAssocID="{CB738B04-9581-49DC-98E6-7944CAB3BCBC}" presName="parentLeftMargin" presStyleLbl="node1" presStyleIdx="1" presStyleCnt="6"/>
      <dgm:spPr/>
    </dgm:pt>
    <dgm:pt modelId="{F0191A7D-7316-48A4-BF0A-F9FF90FD6634}" type="pres">
      <dgm:prSet presAssocID="{CB738B04-9581-49DC-98E6-7944CAB3BCB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988D6E3-49B6-49FD-9885-4BED0A613AE8}" type="pres">
      <dgm:prSet presAssocID="{CB738B04-9581-49DC-98E6-7944CAB3BCBC}" presName="negativeSpace" presStyleCnt="0"/>
      <dgm:spPr/>
    </dgm:pt>
    <dgm:pt modelId="{F936FC3D-7108-47EB-A206-DFFC614F4E64}" type="pres">
      <dgm:prSet presAssocID="{CB738B04-9581-49DC-98E6-7944CAB3BCBC}" presName="childText" presStyleLbl="conFgAcc1" presStyleIdx="2" presStyleCnt="6">
        <dgm:presLayoutVars>
          <dgm:bulletEnabled val="1"/>
        </dgm:presLayoutVars>
      </dgm:prSet>
      <dgm:spPr/>
    </dgm:pt>
    <dgm:pt modelId="{C7B3F3E7-30E0-424D-9312-3FF723791255}" type="pres">
      <dgm:prSet presAssocID="{99B191C2-1135-40D3-AFEC-C93C9385223F}" presName="spaceBetweenRectangles" presStyleCnt="0"/>
      <dgm:spPr/>
    </dgm:pt>
    <dgm:pt modelId="{88ACA812-ADEE-46FA-9187-F0F643EEE008}" type="pres">
      <dgm:prSet presAssocID="{889CEA85-DF05-4BB5-B144-956F4685D779}" presName="parentLin" presStyleCnt="0"/>
      <dgm:spPr/>
    </dgm:pt>
    <dgm:pt modelId="{A9462D48-CA96-483B-953A-8C82585DC6A6}" type="pres">
      <dgm:prSet presAssocID="{889CEA85-DF05-4BB5-B144-956F4685D779}" presName="parentLeftMargin" presStyleLbl="node1" presStyleIdx="2" presStyleCnt="6"/>
      <dgm:spPr/>
    </dgm:pt>
    <dgm:pt modelId="{57E16492-485F-4FE4-BFE8-109EC6D398A4}" type="pres">
      <dgm:prSet presAssocID="{889CEA85-DF05-4BB5-B144-956F4685D77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40F04FF-35A6-4BD4-9B88-22CCEECB95CF}" type="pres">
      <dgm:prSet presAssocID="{889CEA85-DF05-4BB5-B144-956F4685D779}" presName="negativeSpace" presStyleCnt="0"/>
      <dgm:spPr/>
    </dgm:pt>
    <dgm:pt modelId="{79A255C1-8AEE-41EF-ACF4-CBECE40E6F8B}" type="pres">
      <dgm:prSet presAssocID="{889CEA85-DF05-4BB5-B144-956F4685D779}" presName="childText" presStyleLbl="conFgAcc1" presStyleIdx="3" presStyleCnt="6">
        <dgm:presLayoutVars>
          <dgm:bulletEnabled val="1"/>
        </dgm:presLayoutVars>
      </dgm:prSet>
      <dgm:spPr/>
    </dgm:pt>
    <dgm:pt modelId="{57CE7BF8-B7BE-41AC-9994-B2C8DF30648B}" type="pres">
      <dgm:prSet presAssocID="{00C7E2EF-3F26-407E-87D6-11745E3FE7AE}" presName="spaceBetweenRectangles" presStyleCnt="0"/>
      <dgm:spPr/>
    </dgm:pt>
    <dgm:pt modelId="{2E25B483-C58D-4C54-BD05-93D6EF16466F}" type="pres">
      <dgm:prSet presAssocID="{95F276F7-847E-473E-BAE2-227BACEB31AB}" presName="parentLin" presStyleCnt="0"/>
      <dgm:spPr/>
    </dgm:pt>
    <dgm:pt modelId="{3FF1E1DC-BE96-4723-9AC4-393EA744AB2D}" type="pres">
      <dgm:prSet presAssocID="{95F276F7-847E-473E-BAE2-227BACEB31AB}" presName="parentLeftMargin" presStyleLbl="node1" presStyleIdx="3" presStyleCnt="6"/>
      <dgm:spPr/>
    </dgm:pt>
    <dgm:pt modelId="{774A05D6-8179-4F3A-B191-9FF0C803C04E}" type="pres">
      <dgm:prSet presAssocID="{95F276F7-847E-473E-BAE2-227BACEB31A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56C402D-26EA-4CDB-A0E6-AF3072FB0972}" type="pres">
      <dgm:prSet presAssocID="{95F276F7-847E-473E-BAE2-227BACEB31AB}" presName="negativeSpace" presStyleCnt="0"/>
      <dgm:spPr/>
    </dgm:pt>
    <dgm:pt modelId="{73371A40-4DA4-4803-AD43-E183EDFB3FC4}" type="pres">
      <dgm:prSet presAssocID="{95F276F7-847E-473E-BAE2-227BACEB31AB}" presName="childText" presStyleLbl="conFgAcc1" presStyleIdx="4" presStyleCnt="6">
        <dgm:presLayoutVars>
          <dgm:bulletEnabled val="1"/>
        </dgm:presLayoutVars>
      </dgm:prSet>
      <dgm:spPr/>
    </dgm:pt>
    <dgm:pt modelId="{99120EFF-E008-4662-9615-4644BC388F38}" type="pres">
      <dgm:prSet presAssocID="{7D91469E-245A-4A1D-9942-5AFC6A27D2B1}" presName="spaceBetweenRectangles" presStyleCnt="0"/>
      <dgm:spPr/>
    </dgm:pt>
    <dgm:pt modelId="{6EB29379-75DC-47D4-9B49-5D01BA090D10}" type="pres">
      <dgm:prSet presAssocID="{AF14815D-53E2-451D-A8FC-880A689D72C5}" presName="parentLin" presStyleCnt="0"/>
      <dgm:spPr/>
    </dgm:pt>
    <dgm:pt modelId="{E3DC5C9D-7B47-48CC-8555-B635763088D9}" type="pres">
      <dgm:prSet presAssocID="{AF14815D-53E2-451D-A8FC-880A689D72C5}" presName="parentLeftMargin" presStyleLbl="node1" presStyleIdx="4" presStyleCnt="6"/>
      <dgm:spPr/>
    </dgm:pt>
    <dgm:pt modelId="{85B7DCA9-9426-4D2E-A908-6AB39AD0A97E}" type="pres">
      <dgm:prSet presAssocID="{AF14815D-53E2-451D-A8FC-880A689D72C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895C8993-F12F-4502-9EDA-9631C4496EE1}" type="pres">
      <dgm:prSet presAssocID="{AF14815D-53E2-451D-A8FC-880A689D72C5}" presName="negativeSpace" presStyleCnt="0"/>
      <dgm:spPr/>
    </dgm:pt>
    <dgm:pt modelId="{048682DC-79C0-4C7C-B66C-F9651C5B7D43}" type="pres">
      <dgm:prSet presAssocID="{AF14815D-53E2-451D-A8FC-880A689D72C5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FA882802-0031-4336-B18C-14801231249D}" srcId="{8ED45E6E-CC62-4599-B433-E95165A2C40A}" destId="{6308EBF8-54E1-4682-A1B0-C9F172F121BF}" srcOrd="0" destOrd="0" parTransId="{1AD5C712-6CF5-422A-9C97-BC8FA66D6EB7}" sibTransId="{2273FB62-9556-41B0-AB67-4F5EC93E956D}"/>
    <dgm:cxn modelId="{D840E00F-DAE2-4E80-A2E7-4248E0708059}" type="presOf" srcId="{6E681636-0F38-4075-A725-4A0BE962FF8D}" destId="{12961820-D376-4BA3-BC6B-6D00776B8236}" srcOrd="0" destOrd="0" presId="urn:microsoft.com/office/officeart/2005/8/layout/list1"/>
    <dgm:cxn modelId="{0DE0EE1B-FB3C-4F7A-99FF-DAA2E77767A8}" srcId="{8ED45E6E-CC62-4599-B433-E95165A2C40A}" destId="{AF14815D-53E2-451D-A8FC-880A689D72C5}" srcOrd="5" destOrd="0" parTransId="{65892ACB-C2E1-4936-B03D-2B46B8325595}" sibTransId="{5B49CED9-2C71-4468-87F2-69E1DFF1A4BA}"/>
    <dgm:cxn modelId="{1BCC0D2A-C2C7-4FBA-B0FF-785F54AB5F5C}" type="presOf" srcId="{8ED45E6E-CC62-4599-B433-E95165A2C40A}" destId="{1CDB1A66-C3B0-4F1A-B9FF-F98E130D3779}" srcOrd="0" destOrd="0" presId="urn:microsoft.com/office/officeart/2005/8/layout/list1"/>
    <dgm:cxn modelId="{A0129632-0C03-4F3C-86A5-0F0FD2D0F83D}" srcId="{8ED45E6E-CC62-4599-B433-E95165A2C40A}" destId="{889CEA85-DF05-4BB5-B144-956F4685D779}" srcOrd="3" destOrd="0" parTransId="{50C6F9A3-CEA8-41D8-A05B-2128B92219B0}" sibTransId="{00C7E2EF-3F26-407E-87D6-11745E3FE7AE}"/>
    <dgm:cxn modelId="{44647260-CEB2-4597-BC91-32297F54FEC7}" type="presOf" srcId="{AF14815D-53E2-451D-A8FC-880A689D72C5}" destId="{85B7DCA9-9426-4D2E-A908-6AB39AD0A97E}" srcOrd="1" destOrd="0" presId="urn:microsoft.com/office/officeart/2005/8/layout/list1"/>
    <dgm:cxn modelId="{6B88E863-CB75-4E86-8EF8-5E74FC7BA815}" type="presOf" srcId="{CB738B04-9581-49DC-98E6-7944CAB3BCBC}" destId="{F0191A7D-7316-48A4-BF0A-F9FF90FD6634}" srcOrd="1" destOrd="0" presId="urn:microsoft.com/office/officeart/2005/8/layout/list1"/>
    <dgm:cxn modelId="{2C95B94A-E5E7-4A3B-8E41-410FEAE3990B}" type="presOf" srcId="{889CEA85-DF05-4BB5-B144-956F4685D779}" destId="{57E16492-485F-4FE4-BFE8-109EC6D398A4}" srcOrd="1" destOrd="0" presId="urn:microsoft.com/office/officeart/2005/8/layout/list1"/>
    <dgm:cxn modelId="{D003D04A-9C71-44EC-A428-68E53916BF39}" type="presOf" srcId="{95F276F7-847E-473E-BAE2-227BACEB31AB}" destId="{3FF1E1DC-BE96-4723-9AC4-393EA744AB2D}" srcOrd="0" destOrd="0" presId="urn:microsoft.com/office/officeart/2005/8/layout/list1"/>
    <dgm:cxn modelId="{A7645A4B-D85F-4771-BFB8-613ADE46907C}" srcId="{8ED45E6E-CC62-4599-B433-E95165A2C40A}" destId="{95F276F7-847E-473E-BAE2-227BACEB31AB}" srcOrd="4" destOrd="0" parTransId="{61208585-9BB7-433B-B0E3-CBB4098F6B5B}" sibTransId="{7D91469E-245A-4A1D-9942-5AFC6A27D2B1}"/>
    <dgm:cxn modelId="{1235D88F-1052-4145-82A4-BC510AEBC516}" type="presOf" srcId="{889CEA85-DF05-4BB5-B144-956F4685D779}" destId="{A9462D48-CA96-483B-953A-8C82585DC6A6}" srcOrd="0" destOrd="0" presId="urn:microsoft.com/office/officeart/2005/8/layout/list1"/>
    <dgm:cxn modelId="{C5290CB1-DFE0-4D81-94FD-30428A396419}" type="presOf" srcId="{6308EBF8-54E1-4682-A1B0-C9F172F121BF}" destId="{65D3D46E-9409-49C9-BD24-9FC364869BD0}" srcOrd="0" destOrd="0" presId="urn:microsoft.com/office/officeart/2005/8/layout/list1"/>
    <dgm:cxn modelId="{C86304BB-470C-4DA6-A9E0-1E10D657B2D2}" srcId="{8ED45E6E-CC62-4599-B433-E95165A2C40A}" destId="{CB738B04-9581-49DC-98E6-7944CAB3BCBC}" srcOrd="2" destOrd="0" parTransId="{82D0CACE-6021-4EEB-ADF5-F69F07E072A4}" sibTransId="{99B191C2-1135-40D3-AFEC-C93C9385223F}"/>
    <dgm:cxn modelId="{0C6DB1C4-E796-4CE7-9791-79DA5C0E3CEA}" type="presOf" srcId="{6E681636-0F38-4075-A725-4A0BE962FF8D}" destId="{155389B1-60C6-4AD2-A897-2E242310E289}" srcOrd="1" destOrd="0" presId="urn:microsoft.com/office/officeart/2005/8/layout/list1"/>
    <dgm:cxn modelId="{3EAF09C5-CE8E-4919-8EE4-BB2702F5F8EE}" type="presOf" srcId="{CB738B04-9581-49DC-98E6-7944CAB3BCBC}" destId="{78D58BC3-46AE-449A-A679-64FF458448E0}" srcOrd="0" destOrd="0" presId="urn:microsoft.com/office/officeart/2005/8/layout/list1"/>
    <dgm:cxn modelId="{295703C9-3EEA-4ED6-83AD-CAFB560655B9}" srcId="{8ED45E6E-CC62-4599-B433-E95165A2C40A}" destId="{6E681636-0F38-4075-A725-4A0BE962FF8D}" srcOrd="1" destOrd="0" parTransId="{56F20E53-4D89-4595-AA96-CEDC7D74F88A}" sibTransId="{F2D58FBD-6DE2-4395-BC12-ECDF9D971445}"/>
    <dgm:cxn modelId="{836076CC-05D8-4262-9DB4-FB9C762C2BFE}" type="presOf" srcId="{6308EBF8-54E1-4682-A1B0-C9F172F121BF}" destId="{9927C355-D64A-4C52-9034-EFD7A9BE7EA8}" srcOrd="1" destOrd="0" presId="urn:microsoft.com/office/officeart/2005/8/layout/list1"/>
    <dgm:cxn modelId="{6FEB58E4-5B2D-4331-87E0-F2679920C3ED}" type="presOf" srcId="{95F276F7-847E-473E-BAE2-227BACEB31AB}" destId="{774A05D6-8179-4F3A-B191-9FF0C803C04E}" srcOrd="1" destOrd="0" presId="urn:microsoft.com/office/officeart/2005/8/layout/list1"/>
    <dgm:cxn modelId="{225E5DED-011F-415F-8ED5-B5500C45F436}" type="presOf" srcId="{AF14815D-53E2-451D-A8FC-880A689D72C5}" destId="{E3DC5C9D-7B47-48CC-8555-B635763088D9}" srcOrd="0" destOrd="0" presId="urn:microsoft.com/office/officeart/2005/8/layout/list1"/>
    <dgm:cxn modelId="{281E7EF7-989B-4E29-9C28-EF110F62AD44}" type="presParOf" srcId="{1CDB1A66-C3B0-4F1A-B9FF-F98E130D3779}" destId="{BF106D7E-D1F2-4DD9-8BB5-F23BDB2D86C0}" srcOrd="0" destOrd="0" presId="urn:microsoft.com/office/officeart/2005/8/layout/list1"/>
    <dgm:cxn modelId="{51736F63-03BF-4B8E-9A17-558E9C0AB785}" type="presParOf" srcId="{BF106D7E-D1F2-4DD9-8BB5-F23BDB2D86C0}" destId="{65D3D46E-9409-49C9-BD24-9FC364869BD0}" srcOrd="0" destOrd="0" presId="urn:microsoft.com/office/officeart/2005/8/layout/list1"/>
    <dgm:cxn modelId="{7F2A332F-AEB2-4167-BAD2-E25DF7F8A088}" type="presParOf" srcId="{BF106D7E-D1F2-4DD9-8BB5-F23BDB2D86C0}" destId="{9927C355-D64A-4C52-9034-EFD7A9BE7EA8}" srcOrd="1" destOrd="0" presId="urn:microsoft.com/office/officeart/2005/8/layout/list1"/>
    <dgm:cxn modelId="{BF39765D-0581-434D-AA33-4DA193FCA30D}" type="presParOf" srcId="{1CDB1A66-C3B0-4F1A-B9FF-F98E130D3779}" destId="{8F314DD8-6BA2-4CB6-8BCF-DB03C2AA61F9}" srcOrd="1" destOrd="0" presId="urn:microsoft.com/office/officeart/2005/8/layout/list1"/>
    <dgm:cxn modelId="{14828E24-F8CF-44C0-867D-52F6A2E56E31}" type="presParOf" srcId="{1CDB1A66-C3B0-4F1A-B9FF-F98E130D3779}" destId="{532B1BB7-3071-4077-9557-9FF87107B206}" srcOrd="2" destOrd="0" presId="urn:microsoft.com/office/officeart/2005/8/layout/list1"/>
    <dgm:cxn modelId="{BDE55262-5CDA-4F1F-B4BC-FF79941FC9D4}" type="presParOf" srcId="{1CDB1A66-C3B0-4F1A-B9FF-F98E130D3779}" destId="{D047A8B5-0BD6-4773-85F5-AF5893BE8593}" srcOrd="3" destOrd="0" presId="urn:microsoft.com/office/officeart/2005/8/layout/list1"/>
    <dgm:cxn modelId="{C5D9FEA6-4889-41E6-9DE5-E4D1FF3A609A}" type="presParOf" srcId="{1CDB1A66-C3B0-4F1A-B9FF-F98E130D3779}" destId="{0C327E35-DD2C-4F76-8D01-1675A0BE09C2}" srcOrd="4" destOrd="0" presId="urn:microsoft.com/office/officeart/2005/8/layout/list1"/>
    <dgm:cxn modelId="{18B66BAF-9CB9-41CB-8E12-A7EB69ED026C}" type="presParOf" srcId="{0C327E35-DD2C-4F76-8D01-1675A0BE09C2}" destId="{12961820-D376-4BA3-BC6B-6D00776B8236}" srcOrd="0" destOrd="0" presId="urn:microsoft.com/office/officeart/2005/8/layout/list1"/>
    <dgm:cxn modelId="{E8629AED-D96A-4603-8AF6-0D99E96C4FC2}" type="presParOf" srcId="{0C327E35-DD2C-4F76-8D01-1675A0BE09C2}" destId="{155389B1-60C6-4AD2-A897-2E242310E289}" srcOrd="1" destOrd="0" presId="urn:microsoft.com/office/officeart/2005/8/layout/list1"/>
    <dgm:cxn modelId="{B14B5CA7-9354-4974-8C5E-2DF6B5D4FDF6}" type="presParOf" srcId="{1CDB1A66-C3B0-4F1A-B9FF-F98E130D3779}" destId="{CE06E3C5-C5AB-49E6-B282-86C2D74D209E}" srcOrd="5" destOrd="0" presId="urn:microsoft.com/office/officeart/2005/8/layout/list1"/>
    <dgm:cxn modelId="{E414DAE5-88A6-4BD9-9251-257D025A14F6}" type="presParOf" srcId="{1CDB1A66-C3B0-4F1A-B9FF-F98E130D3779}" destId="{CF75C7F9-B03D-4F00-A703-7777917433F9}" srcOrd="6" destOrd="0" presId="urn:microsoft.com/office/officeart/2005/8/layout/list1"/>
    <dgm:cxn modelId="{6C9B351F-209A-4882-8B83-4F6CBEF6750F}" type="presParOf" srcId="{1CDB1A66-C3B0-4F1A-B9FF-F98E130D3779}" destId="{2F996C8F-02D7-4E08-B57D-A0299EE3D2D5}" srcOrd="7" destOrd="0" presId="urn:microsoft.com/office/officeart/2005/8/layout/list1"/>
    <dgm:cxn modelId="{1AAA8BE5-6E46-4117-AF58-03B9F329F506}" type="presParOf" srcId="{1CDB1A66-C3B0-4F1A-B9FF-F98E130D3779}" destId="{15DAF346-013C-4A62-8F31-709F6AB9CF3F}" srcOrd="8" destOrd="0" presId="urn:microsoft.com/office/officeart/2005/8/layout/list1"/>
    <dgm:cxn modelId="{10BC5FFB-19C4-470F-BD5B-64EF90FDC83A}" type="presParOf" srcId="{15DAF346-013C-4A62-8F31-709F6AB9CF3F}" destId="{78D58BC3-46AE-449A-A679-64FF458448E0}" srcOrd="0" destOrd="0" presId="urn:microsoft.com/office/officeart/2005/8/layout/list1"/>
    <dgm:cxn modelId="{F2BEA129-41EE-4740-A0C2-2BFF9D89CC5C}" type="presParOf" srcId="{15DAF346-013C-4A62-8F31-709F6AB9CF3F}" destId="{F0191A7D-7316-48A4-BF0A-F9FF90FD6634}" srcOrd="1" destOrd="0" presId="urn:microsoft.com/office/officeart/2005/8/layout/list1"/>
    <dgm:cxn modelId="{53500ABF-7B3E-493D-A315-EDA9D1D9663E}" type="presParOf" srcId="{1CDB1A66-C3B0-4F1A-B9FF-F98E130D3779}" destId="{C988D6E3-49B6-49FD-9885-4BED0A613AE8}" srcOrd="9" destOrd="0" presId="urn:microsoft.com/office/officeart/2005/8/layout/list1"/>
    <dgm:cxn modelId="{F029DB34-4D3C-41A4-AD57-BF63DBDEA03B}" type="presParOf" srcId="{1CDB1A66-C3B0-4F1A-B9FF-F98E130D3779}" destId="{F936FC3D-7108-47EB-A206-DFFC614F4E64}" srcOrd="10" destOrd="0" presId="urn:microsoft.com/office/officeart/2005/8/layout/list1"/>
    <dgm:cxn modelId="{C4FAB0A2-A617-489C-8015-9C8BED0BC97D}" type="presParOf" srcId="{1CDB1A66-C3B0-4F1A-B9FF-F98E130D3779}" destId="{C7B3F3E7-30E0-424D-9312-3FF723791255}" srcOrd="11" destOrd="0" presId="urn:microsoft.com/office/officeart/2005/8/layout/list1"/>
    <dgm:cxn modelId="{6E9DC9C7-CC09-4428-B3CC-B40B264D901A}" type="presParOf" srcId="{1CDB1A66-C3B0-4F1A-B9FF-F98E130D3779}" destId="{88ACA812-ADEE-46FA-9187-F0F643EEE008}" srcOrd="12" destOrd="0" presId="urn:microsoft.com/office/officeart/2005/8/layout/list1"/>
    <dgm:cxn modelId="{5C931E6F-B1CE-4C5C-989C-B3ACC06F7F8E}" type="presParOf" srcId="{88ACA812-ADEE-46FA-9187-F0F643EEE008}" destId="{A9462D48-CA96-483B-953A-8C82585DC6A6}" srcOrd="0" destOrd="0" presId="urn:microsoft.com/office/officeart/2005/8/layout/list1"/>
    <dgm:cxn modelId="{4302975F-5D6A-4372-8862-A6AAB60C07D2}" type="presParOf" srcId="{88ACA812-ADEE-46FA-9187-F0F643EEE008}" destId="{57E16492-485F-4FE4-BFE8-109EC6D398A4}" srcOrd="1" destOrd="0" presId="urn:microsoft.com/office/officeart/2005/8/layout/list1"/>
    <dgm:cxn modelId="{12A832ED-C29B-45BE-A11B-30AC5639E0A5}" type="presParOf" srcId="{1CDB1A66-C3B0-4F1A-B9FF-F98E130D3779}" destId="{240F04FF-35A6-4BD4-9B88-22CCEECB95CF}" srcOrd="13" destOrd="0" presId="urn:microsoft.com/office/officeart/2005/8/layout/list1"/>
    <dgm:cxn modelId="{6E7523E7-CFC0-4516-8D84-4C0A66152D2D}" type="presParOf" srcId="{1CDB1A66-C3B0-4F1A-B9FF-F98E130D3779}" destId="{79A255C1-8AEE-41EF-ACF4-CBECE40E6F8B}" srcOrd="14" destOrd="0" presId="urn:microsoft.com/office/officeart/2005/8/layout/list1"/>
    <dgm:cxn modelId="{3CE6D62C-FC6F-42D5-93E3-56A14271B192}" type="presParOf" srcId="{1CDB1A66-C3B0-4F1A-B9FF-F98E130D3779}" destId="{57CE7BF8-B7BE-41AC-9994-B2C8DF30648B}" srcOrd="15" destOrd="0" presId="urn:microsoft.com/office/officeart/2005/8/layout/list1"/>
    <dgm:cxn modelId="{3AB0D610-B9A0-4EC1-B6B8-C83E4C7FCB66}" type="presParOf" srcId="{1CDB1A66-C3B0-4F1A-B9FF-F98E130D3779}" destId="{2E25B483-C58D-4C54-BD05-93D6EF16466F}" srcOrd="16" destOrd="0" presId="urn:microsoft.com/office/officeart/2005/8/layout/list1"/>
    <dgm:cxn modelId="{EE92C3A0-55AF-4A56-8731-E08CD7EAF498}" type="presParOf" srcId="{2E25B483-C58D-4C54-BD05-93D6EF16466F}" destId="{3FF1E1DC-BE96-4723-9AC4-393EA744AB2D}" srcOrd="0" destOrd="0" presId="urn:microsoft.com/office/officeart/2005/8/layout/list1"/>
    <dgm:cxn modelId="{74A50B0B-8749-4B9D-BFF1-DC895FD885B5}" type="presParOf" srcId="{2E25B483-C58D-4C54-BD05-93D6EF16466F}" destId="{774A05D6-8179-4F3A-B191-9FF0C803C04E}" srcOrd="1" destOrd="0" presId="urn:microsoft.com/office/officeart/2005/8/layout/list1"/>
    <dgm:cxn modelId="{25CE1B01-D179-4D46-911A-9422DCDB1117}" type="presParOf" srcId="{1CDB1A66-C3B0-4F1A-B9FF-F98E130D3779}" destId="{656C402D-26EA-4CDB-A0E6-AF3072FB0972}" srcOrd="17" destOrd="0" presId="urn:microsoft.com/office/officeart/2005/8/layout/list1"/>
    <dgm:cxn modelId="{AE0853BF-FDF8-4908-8F18-A91F44E3CC82}" type="presParOf" srcId="{1CDB1A66-C3B0-4F1A-B9FF-F98E130D3779}" destId="{73371A40-4DA4-4803-AD43-E183EDFB3FC4}" srcOrd="18" destOrd="0" presId="urn:microsoft.com/office/officeart/2005/8/layout/list1"/>
    <dgm:cxn modelId="{FA8A6E76-91DD-4C1F-9E71-916D0B61671D}" type="presParOf" srcId="{1CDB1A66-C3B0-4F1A-B9FF-F98E130D3779}" destId="{99120EFF-E008-4662-9615-4644BC388F38}" srcOrd="19" destOrd="0" presId="urn:microsoft.com/office/officeart/2005/8/layout/list1"/>
    <dgm:cxn modelId="{29961EA5-5B18-461B-B87F-13FDA18D7135}" type="presParOf" srcId="{1CDB1A66-C3B0-4F1A-B9FF-F98E130D3779}" destId="{6EB29379-75DC-47D4-9B49-5D01BA090D10}" srcOrd="20" destOrd="0" presId="urn:microsoft.com/office/officeart/2005/8/layout/list1"/>
    <dgm:cxn modelId="{86D826EC-289A-49E7-80DF-9E88189B1D97}" type="presParOf" srcId="{6EB29379-75DC-47D4-9B49-5D01BA090D10}" destId="{E3DC5C9D-7B47-48CC-8555-B635763088D9}" srcOrd="0" destOrd="0" presId="urn:microsoft.com/office/officeart/2005/8/layout/list1"/>
    <dgm:cxn modelId="{F8552E80-C640-4E55-A650-FC55688CB3BD}" type="presParOf" srcId="{6EB29379-75DC-47D4-9B49-5D01BA090D10}" destId="{85B7DCA9-9426-4D2E-A908-6AB39AD0A97E}" srcOrd="1" destOrd="0" presId="urn:microsoft.com/office/officeart/2005/8/layout/list1"/>
    <dgm:cxn modelId="{7B8255F5-3205-4420-AE79-500A60DA696F}" type="presParOf" srcId="{1CDB1A66-C3B0-4F1A-B9FF-F98E130D3779}" destId="{895C8993-F12F-4502-9EDA-9631C4496EE1}" srcOrd="21" destOrd="0" presId="urn:microsoft.com/office/officeart/2005/8/layout/list1"/>
    <dgm:cxn modelId="{D02290A7-2220-4642-88DF-78BFFF22C3B3}" type="presParOf" srcId="{1CDB1A66-C3B0-4F1A-B9FF-F98E130D3779}" destId="{048682DC-79C0-4C7C-B66C-F9651C5B7D4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1AE41-82D2-4989-A8FB-4AF4A463365D}">
      <dsp:nvSpPr>
        <dsp:cNvPr id="0" name=""/>
        <dsp:cNvSpPr/>
      </dsp:nvSpPr>
      <dsp:spPr>
        <a:xfrm>
          <a:off x="446382" y="830853"/>
          <a:ext cx="1269562" cy="1269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D92C8-A81B-4C4F-A28F-1F727752FEFF}">
      <dsp:nvSpPr>
        <dsp:cNvPr id="0" name=""/>
        <dsp:cNvSpPr/>
      </dsp:nvSpPr>
      <dsp:spPr>
        <a:xfrm>
          <a:off x="716944" y="1101415"/>
          <a:ext cx="728437" cy="728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80FA1-3143-44D7-BDF8-38E7208BF666}">
      <dsp:nvSpPr>
        <dsp:cNvPr id="0" name=""/>
        <dsp:cNvSpPr/>
      </dsp:nvSpPr>
      <dsp:spPr>
        <a:xfrm>
          <a:off x="40538" y="2495853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dirty="0">
              <a:latin typeface="Century Gothic" panose="020B0502020202020204"/>
            </a:rPr>
            <a:t> </a:t>
          </a:r>
          <a:r>
            <a:rPr lang="en-US" sz="1400" b="0" i="0" kern="1200" dirty="0"/>
            <a:t>Framework: ASP.NET Core 9 Web API</a:t>
          </a:r>
          <a:endParaRPr lang="en-US" sz="1400" kern="1200" dirty="0"/>
        </a:p>
      </dsp:txBody>
      <dsp:txXfrm>
        <a:off x="40538" y="2495853"/>
        <a:ext cx="2081250" cy="720000"/>
      </dsp:txXfrm>
    </dsp:sp>
    <dsp:sp modelId="{9E54CFC9-8082-4E04-A8A7-57C45F8B1753}">
      <dsp:nvSpPr>
        <dsp:cNvPr id="0" name=""/>
        <dsp:cNvSpPr/>
      </dsp:nvSpPr>
      <dsp:spPr>
        <a:xfrm>
          <a:off x="2891850" y="830853"/>
          <a:ext cx="1269562" cy="1269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16B6E-7B73-47CB-B155-7B5023CE7C7D}">
      <dsp:nvSpPr>
        <dsp:cNvPr id="0" name=""/>
        <dsp:cNvSpPr/>
      </dsp:nvSpPr>
      <dsp:spPr>
        <a:xfrm>
          <a:off x="3162413" y="1101415"/>
          <a:ext cx="728437" cy="728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D27E9-3B12-412C-9D2B-A121B8371ED9}">
      <dsp:nvSpPr>
        <dsp:cNvPr id="0" name=""/>
        <dsp:cNvSpPr/>
      </dsp:nvSpPr>
      <dsp:spPr>
        <a:xfrm>
          <a:off x="2486007" y="2495853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dirty="0">
              <a:latin typeface="Century Gothic" panose="020B0502020202020204"/>
            </a:rPr>
            <a:t> </a:t>
          </a:r>
          <a:r>
            <a:rPr lang="en-US" sz="1400" b="0" i="0" kern="1200" dirty="0"/>
            <a:t>Database: SQL Server</a:t>
          </a:r>
          <a:endParaRPr lang="en-US" sz="1400" kern="1200" dirty="0"/>
        </a:p>
      </dsp:txBody>
      <dsp:txXfrm>
        <a:off x="2486007" y="2495853"/>
        <a:ext cx="2081250" cy="720000"/>
      </dsp:txXfrm>
    </dsp:sp>
    <dsp:sp modelId="{DABE65D8-4796-4DD8-BDCA-FD164D63FF00}">
      <dsp:nvSpPr>
        <dsp:cNvPr id="0" name=""/>
        <dsp:cNvSpPr/>
      </dsp:nvSpPr>
      <dsp:spPr>
        <a:xfrm>
          <a:off x="5337319" y="830853"/>
          <a:ext cx="1269562" cy="1269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6E1AB-8F95-4C30-BB60-04AD5B7AE380}">
      <dsp:nvSpPr>
        <dsp:cNvPr id="0" name=""/>
        <dsp:cNvSpPr/>
      </dsp:nvSpPr>
      <dsp:spPr>
        <a:xfrm>
          <a:off x="5607881" y="1101415"/>
          <a:ext cx="728437" cy="728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9A85E-0D00-4A31-8697-26F188A3D640}">
      <dsp:nvSpPr>
        <dsp:cNvPr id="0" name=""/>
        <dsp:cNvSpPr/>
      </dsp:nvSpPr>
      <dsp:spPr>
        <a:xfrm>
          <a:off x="4931475" y="2495853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dirty="0"/>
            <a:t> Authentication: Role-based access using ASP.NET Identity</a:t>
          </a:r>
          <a:endParaRPr lang="en-US" sz="1400" kern="1200" dirty="0"/>
        </a:p>
      </dsp:txBody>
      <dsp:txXfrm>
        <a:off x="4931475" y="2495853"/>
        <a:ext cx="20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B1BB7-3071-4077-9557-9FF87107B206}">
      <dsp:nvSpPr>
        <dsp:cNvPr id="0" name=""/>
        <dsp:cNvSpPr/>
      </dsp:nvSpPr>
      <dsp:spPr>
        <a:xfrm>
          <a:off x="0" y="6075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7C355-D64A-4C52-9034-EFD7A9BE7EA8}">
      <dsp:nvSpPr>
        <dsp:cNvPr id="0" name=""/>
        <dsp:cNvSpPr/>
      </dsp:nvSpPr>
      <dsp:spPr>
        <a:xfrm>
          <a:off x="210562" y="3861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 Team Name: </a:t>
          </a:r>
          <a:r>
            <a:rPr lang="en-US" sz="1500" b="0" i="0" kern="1200" dirty="0" err="1"/>
            <a:t>HeavyGo</a:t>
          </a:r>
          <a:endParaRPr lang="en-US" sz="1500" kern="1200" dirty="0"/>
        </a:p>
      </dsp:txBody>
      <dsp:txXfrm>
        <a:off x="232178" y="407722"/>
        <a:ext cx="2904636" cy="399568"/>
      </dsp:txXfrm>
    </dsp:sp>
    <dsp:sp modelId="{CF75C7F9-B03D-4F00-A703-7777917433F9}">
      <dsp:nvSpPr>
        <dsp:cNvPr id="0" name=""/>
        <dsp:cNvSpPr/>
      </dsp:nvSpPr>
      <dsp:spPr>
        <a:xfrm>
          <a:off x="0" y="12879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389B1-60C6-4AD2-A897-2E242310E289}">
      <dsp:nvSpPr>
        <dsp:cNvPr id="0" name=""/>
        <dsp:cNvSpPr/>
      </dsp:nvSpPr>
      <dsp:spPr>
        <a:xfrm>
          <a:off x="210562" y="10665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 Team </a:t>
          </a:r>
          <a:r>
            <a:rPr lang="en-US" sz="1500" b="0" i="0" kern="1200" dirty="0" err="1"/>
            <a:t>Leader:Ahmed</a:t>
          </a:r>
          <a:r>
            <a:rPr lang="en-US" sz="1500" b="0" i="0" kern="1200" dirty="0"/>
            <a:t> Fawzy</a:t>
          </a:r>
          <a:endParaRPr lang="en-US" sz="1500" kern="1200" dirty="0"/>
        </a:p>
      </dsp:txBody>
      <dsp:txXfrm>
        <a:off x="232178" y="1088122"/>
        <a:ext cx="2904636" cy="399568"/>
      </dsp:txXfrm>
    </dsp:sp>
    <dsp:sp modelId="{F936FC3D-7108-47EB-A206-DFFC614F4E64}">
      <dsp:nvSpPr>
        <dsp:cNvPr id="0" name=""/>
        <dsp:cNvSpPr/>
      </dsp:nvSpPr>
      <dsp:spPr>
        <a:xfrm>
          <a:off x="0" y="19683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91A7D-7316-48A4-BF0A-F9FF90FD6634}">
      <dsp:nvSpPr>
        <dsp:cNvPr id="0" name=""/>
        <dsp:cNvSpPr/>
      </dsp:nvSpPr>
      <dsp:spPr>
        <a:xfrm>
          <a:off x="210562" y="17469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 Members:</a:t>
          </a:r>
          <a:endParaRPr lang="en-US" sz="1500" kern="1200" dirty="0"/>
        </a:p>
      </dsp:txBody>
      <dsp:txXfrm>
        <a:off x="232178" y="1768522"/>
        <a:ext cx="2904636" cy="399568"/>
      </dsp:txXfrm>
    </dsp:sp>
    <dsp:sp modelId="{79A255C1-8AEE-41EF-ACF4-CBECE40E6F8B}">
      <dsp:nvSpPr>
        <dsp:cNvPr id="0" name=""/>
        <dsp:cNvSpPr/>
      </dsp:nvSpPr>
      <dsp:spPr>
        <a:xfrm>
          <a:off x="0" y="26487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16492-485F-4FE4-BFE8-109EC6D398A4}">
      <dsp:nvSpPr>
        <dsp:cNvPr id="0" name=""/>
        <dsp:cNvSpPr/>
      </dsp:nvSpPr>
      <dsp:spPr>
        <a:xfrm>
          <a:off x="210562" y="24273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Mina Magdy</a:t>
          </a:r>
          <a:endParaRPr lang="en-US" sz="1500" kern="1200" dirty="0"/>
        </a:p>
      </dsp:txBody>
      <dsp:txXfrm>
        <a:off x="232178" y="2448922"/>
        <a:ext cx="2904636" cy="399568"/>
      </dsp:txXfrm>
    </dsp:sp>
    <dsp:sp modelId="{73371A40-4DA4-4803-AD43-E183EDFB3FC4}">
      <dsp:nvSpPr>
        <dsp:cNvPr id="0" name=""/>
        <dsp:cNvSpPr/>
      </dsp:nvSpPr>
      <dsp:spPr>
        <a:xfrm>
          <a:off x="0" y="33291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A05D6-8179-4F3A-B191-9FF0C803C04E}">
      <dsp:nvSpPr>
        <dsp:cNvPr id="0" name=""/>
        <dsp:cNvSpPr/>
      </dsp:nvSpPr>
      <dsp:spPr>
        <a:xfrm>
          <a:off x="210562" y="31077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Mina Youssef</a:t>
          </a:r>
          <a:endParaRPr lang="en-US" sz="1500" kern="1200" dirty="0"/>
        </a:p>
      </dsp:txBody>
      <dsp:txXfrm>
        <a:off x="232178" y="3129322"/>
        <a:ext cx="2904636" cy="399568"/>
      </dsp:txXfrm>
    </dsp:sp>
    <dsp:sp modelId="{048682DC-79C0-4C7C-B66C-F9651C5B7D43}">
      <dsp:nvSpPr>
        <dsp:cNvPr id="0" name=""/>
        <dsp:cNvSpPr/>
      </dsp:nvSpPr>
      <dsp:spPr>
        <a:xfrm>
          <a:off x="0" y="4009506"/>
          <a:ext cx="4211240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7DCA9-9426-4D2E-A908-6AB39AD0A97E}">
      <dsp:nvSpPr>
        <dsp:cNvPr id="0" name=""/>
        <dsp:cNvSpPr/>
      </dsp:nvSpPr>
      <dsp:spPr>
        <a:xfrm>
          <a:off x="210562" y="3788106"/>
          <a:ext cx="294786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422" tIns="0" rIns="111422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Marawan</a:t>
          </a:r>
          <a:r>
            <a:rPr lang="en-US" sz="1500" kern="1200"/>
            <a:t> Abbas</a:t>
          </a:r>
          <a:endParaRPr lang="en-US" sz="1500" kern="1200" dirty="0"/>
        </a:p>
      </dsp:txBody>
      <dsp:txXfrm>
        <a:off x="232178" y="3809722"/>
        <a:ext cx="2904636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00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1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6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9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3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4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6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4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965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7164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446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77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3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1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5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181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HeavyGo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logistics &amp; ordering platform</a:t>
            </a:r>
          </a:p>
          <a:p>
            <a:r>
              <a:t>ASP.NET Core MVC</a:t>
            </a:r>
          </a:p>
          <a:p>
            <a:r>
              <a:t>SQL Server • Identity • Live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Difficulty managing transport orders</a:t>
            </a:r>
          </a:p>
          <a:p>
            <a:r>
              <a:t>• No unified platform for drivers/users</a:t>
            </a:r>
          </a:p>
          <a:p>
            <a:r>
              <a:t>• Manual tracking causes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HeavyGo provides an online system to:</a:t>
            </a:r>
          </a:p>
          <a:p>
            <a:r>
              <a:t>• Create &amp; manage transport orders</a:t>
            </a:r>
          </a:p>
          <a:p>
            <a:r>
              <a:t>• Track orders live</a:t>
            </a:r>
          </a:p>
          <a:p>
            <a:r>
              <a:t>• Manage user accounts &amp; profiles</a:t>
            </a:r>
          </a:p>
          <a:p>
            <a:r>
              <a:t>• Improve delivery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dirty="0"/>
              <a:t>Backend Technology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597B44-CDED-A0B8-3029-B8BD9CAF0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31976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User registration &amp; login (Identity)</a:t>
            </a:r>
          </a:p>
          <a:p>
            <a:r>
              <a:rPr dirty="0"/>
              <a:t>• Order creation &amp; management</a:t>
            </a:r>
          </a:p>
          <a:p>
            <a:r>
              <a:rPr dirty="0"/>
              <a:t>• Driver assignment</a:t>
            </a:r>
          </a:p>
          <a:p>
            <a:r>
              <a:rPr dirty="0"/>
              <a:t>• Profile photo upload</a:t>
            </a:r>
          </a:p>
          <a:p>
            <a:r>
              <a:rPr dirty="0"/>
              <a:t>• Live location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MVC</a:t>
            </a:r>
          </a:p>
          <a:p>
            <a:r>
              <a:t>• Entity Framework Core</a:t>
            </a:r>
          </a:p>
          <a:p>
            <a:r>
              <a:t>• SQL Server DB</a:t>
            </a:r>
          </a:p>
          <a:p>
            <a:r>
              <a:t>• Identity for authentication</a:t>
            </a:r>
          </a:p>
          <a:p>
            <a:r>
              <a:t>• Google Maps API for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Tables:</a:t>
            </a:r>
          </a:p>
          <a:p>
            <a:r>
              <a:rPr dirty="0"/>
              <a:t> </a:t>
            </a:r>
            <a:r>
              <a:rPr dirty="0" err="1"/>
              <a:t>ApplicationUser</a:t>
            </a:r>
            <a:endParaRPr dirty="0"/>
          </a:p>
          <a:p>
            <a:r>
              <a:rPr dirty="0"/>
              <a:t> Orders</a:t>
            </a:r>
          </a:p>
          <a:p>
            <a:r>
              <a:rPr dirty="0"/>
              <a:t> </a:t>
            </a:r>
            <a:r>
              <a:rPr lang="en-US" dirty="0"/>
              <a:t>Payments</a:t>
            </a:r>
            <a:endParaRPr dirty="0"/>
          </a:p>
          <a:p>
            <a:r>
              <a:rPr dirty="0"/>
              <a:t> </a:t>
            </a:r>
            <a:r>
              <a:rPr lang="en-US" dirty="0"/>
              <a:t>Reviews</a:t>
            </a:r>
          </a:p>
          <a:p>
            <a:r>
              <a:rPr lang="en-US" dirty="0" err="1"/>
              <a:t>UserLocation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Home</a:t>
            </a:r>
            <a:r>
              <a:rPr lang="en-US" dirty="0"/>
              <a:t> </a:t>
            </a:r>
            <a:r>
              <a:rPr dirty="0"/>
              <a:t>Controller</a:t>
            </a:r>
          </a:p>
          <a:p>
            <a:r>
              <a:rPr lang="en-US" dirty="0"/>
              <a:t>O</a:t>
            </a:r>
            <a:r>
              <a:rPr dirty="0"/>
              <a:t>rder</a:t>
            </a:r>
            <a:r>
              <a:rPr lang="en-US" dirty="0"/>
              <a:t> </a:t>
            </a:r>
            <a:r>
              <a:rPr dirty="0"/>
              <a:t>Controller</a:t>
            </a:r>
          </a:p>
          <a:p>
            <a:r>
              <a:rPr lang="en-US" dirty="0"/>
              <a:t>A</a:t>
            </a:r>
            <a:r>
              <a:rPr dirty="0"/>
              <a:t>ccount</a:t>
            </a:r>
            <a:r>
              <a:rPr lang="en-US" dirty="0"/>
              <a:t> </a:t>
            </a:r>
            <a:r>
              <a:rPr dirty="0"/>
              <a:t>Controller</a:t>
            </a:r>
            <a:endParaRPr lang="en-US" dirty="0"/>
          </a:p>
          <a:p>
            <a:r>
              <a:rPr lang="en-US" dirty="0"/>
              <a:t>Profile Controller</a:t>
            </a:r>
          </a:p>
          <a:p>
            <a:r>
              <a:rPr lang="en-US" dirty="0"/>
              <a:t>Payment Controller</a:t>
            </a:r>
          </a:p>
          <a:p>
            <a:r>
              <a:rPr lang="en-US" dirty="0"/>
              <a:t>Landing Page Controller</a:t>
            </a:r>
          </a:p>
          <a:p>
            <a:r>
              <a:rPr lang="en-US" dirty="0" err="1"/>
              <a:t>DriverOrderRequest</a:t>
            </a:r>
            <a:r>
              <a:rPr lang="en-US" dirty="0"/>
              <a:t> Controller</a:t>
            </a:r>
            <a:endParaRPr dirty="0"/>
          </a:p>
          <a:p>
            <a:r>
              <a:rPr dirty="0"/>
              <a:t> API controllers for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Responsive layout</a:t>
            </a:r>
          </a:p>
          <a:p>
            <a:r>
              <a:t>• Navigation bar with profile picture</a:t>
            </a:r>
          </a:p>
          <a:p>
            <a:r>
              <a:t>• Order forms &amp; list views</a:t>
            </a:r>
          </a:p>
          <a:p>
            <a:r>
              <a:t>• Tracking map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Mobile app</a:t>
            </a:r>
          </a:p>
          <a:p>
            <a:r>
              <a:rPr dirty="0"/>
              <a:t>• Better analytics dashboard</a:t>
            </a:r>
          </a:p>
          <a:p>
            <a:r>
              <a:rPr dirty="0"/>
              <a:t>• Notifications</a:t>
            </a:r>
          </a:p>
          <a:p>
            <a:r>
              <a:rPr dirty="0"/>
              <a:t>• Enhanced driver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by: </a:t>
            </a:r>
            <a:r>
              <a:rPr dirty="0" err="1"/>
              <a:t>HeavyGo</a:t>
            </a:r>
            <a:r>
              <a:rPr dirty="0"/>
              <a:t> Team</a:t>
            </a:r>
            <a:endParaRPr lang="en-US" dirty="0"/>
          </a:p>
          <a:p>
            <a:r>
              <a:rPr lang="en-US" dirty="0"/>
              <a:t>Mina Magdy </a:t>
            </a:r>
            <a:br>
              <a:rPr lang="en-US" dirty="0"/>
            </a:br>
            <a:r>
              <a:rPr lang="en-US" dirty="0"/>
              <a:t>Marwan Abbas</a:t>
            </a:r>
            <a:br>
              <a:rPr lang="en-US" dirty="0"/>
            </a:br>
            <a:r>
              <a:rPr lang="en-US" dirty="0"/>
              <a:t>Mina Youssef</a:t>
            </a:r>
            <a:br>
              <a:rPr lang="en-US" dirty="0"/>
            </a:br>
            <a:r>
              <a:rPr lang="en-US" dirty="0"/>
              <a:t>Ahmed Fawzy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2F2F2"/>
                </a:solidFill>
              </a:rPr>
              <a:t>Team Members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DBCDA91-EE45-2095-D81A-A81B29341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539183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4777380"/>
            <a:ext cx="5231183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457200">
              <a:buNone/>
            </a:pPr>
            <a:r>
              <a:rPr lang="en-US" b="0" i="0" kern="120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En. Sayed Hawas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447800"/>
            <a:ext cx="5231186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Supervisor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263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HeavyGo Project</vt:lpstr>
      <vt:lpstr>Problem Statement</vt:lpstr>
      <vt:lpstr>Solution Overview</vt:lpstr>
      <vt:lpstr>Backend Technology</vt:lpstr>
      <vt:lpstr>Main Features</vt:lpstr>
      <vt:lpstr>System Architecture</vt:lpstr>
      <vt:lpstr>Database Design</vt:lpstr>
      <vt:lpstr>Controllers</vt:lpstr>
      <vt:lpstr>User Interface</vt:lpstr>
      <vt:lpstr>Future Improvements</vt:lpstr>
      <vt:lpstr>Team</vt:lpstr>
      <vt:lpstr>Team Members</vt:lpstr>
      <vt:lpstr>Supervisor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Lapstore</dc:creator>
  <cp:keywords/>
  <dc:description>generated using python-pptx</dc:description>
  <cp:lastModifiedBy>مينا مجدى وليم سعيد كيرلس</cp:lastModifiedBy>
  <cp:revision>109</cp:revision>
  <dcterms:created xsi:type="dcterms:W3CDTF">2013-01-27T09:14:16Z</dcterms:created>
  <dcterms:modified xsi:type="dcterms:W3CDTF">2025-11-30T22:24:40Z</dcterms:modified>
  <cp:category/>
</cp:coreProperties>
</file>